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74B253C-7897-48DE-A2C0-8892AD475A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1B3F6EA-7684-481B-912F-96E7E7009A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2209B2-E9AF-46F8-9A16-E58E7E2206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6F7BF-0BA8-4180-B698-598CA16F48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F07E6-428B-4550-B02C-EA41646595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8F3EDD-8CF5-45ED-9627-5558E5644E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559D8-5A4B-4DDC-AFA7-E5DD0ED54E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FCCCDF-8711-4483-893D-2E1478065B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E3604E-85F7-4770-AFC6-C3CCA05D95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96AED2-54D6-4496-AE2B-447557D3CE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494EA-44E3-4B36-A4B3-747C72DA75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02C77-CE28-422F-920A-5A47ED2DBE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C5931C-FAD4-403E-8E42-C9C7C394CF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2026-06-24T15:32:51Z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